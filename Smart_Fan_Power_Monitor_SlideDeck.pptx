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Fan Power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Ethan Milner</a:t>
            </a:r>
          </a:p>
          <a:p>
            <a:r>
              <a:t>Electrical Engineering @ UCF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Measure voltage, current, power, and energy of a DC fan in real time.</a:t>
            </a:r>
          </a:p>
          <a:p/>
          <a:p>
            <a:r>
              <a:t>Hardware: Arduino Uno + ACS712 current sensor</a:t>
            </a:r>
          </a:p>
          <a:p>
            <a:r>
              <a:t>Prototype: Breadboard test setup with serial readout and LCD display 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power measurement circuit using ACS712</a:t>
            </a:r>
          </a:p>
          <a:p>
            <a:r>
              <a:t>• Calculated V/I/P/E in code with serial telemetry</a:t>
            </a:r>
          </a:p>
          <a:p>
            <a:r>
              <a:t>• Improved noise stability using moving-average filtering</a:t>
            </a:r>
          </a:p>
          <a:p>
            <a:r>
              <a:t>• Began integrating LCD for live data</a:t>
            </a:r>
          </a:p>
          <a:p>
            <a:r>
              <a:t>• Breadboard prototyping and basic soldering practice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+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Working measurement system using embedded microcontroller</a:t>
            </a:r>
          </a:p>
          <a:p>
            <a:r>
              <a:t>✅ Noise troubleshooting success</a:t>
            </a:r>
          </a:p>
          <a:p/>
          <a:p>
            <a:r>
              <a:t>Next Steps:</a:t>
            </a:r>
          </a:p>
          <a:p>
            <a:r>
              <a:t>• Add motor control hardware (MOSFET/BJT)</a:t>
            </a:r>
          </a:p>
          <a:p>
            <a:r>
              <a:t>• PCB/prototype layout</a:t>
            </a:r>
          </a:p>
          <a:p>
            <a:r>
              <a:t>• Temperature-based speed adjustments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